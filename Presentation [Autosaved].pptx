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0" autoAdjust="0"/>
    <p:restoredTop sz="94660"/>
  </p:normalViewPr>
  <p:slideViewPr>
    <p:cSldViewPr snapToGrid="0">
      <p:cViewPr varScale="1">
        <p:scale>
          <a:sx n="81" d="100"/>
          <a:sy n="81" d="100"/>
        </p:scale>
        <p:origin x="2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1D6-404B-8A6D-51CD5EF6A72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61D6-404B-8A6D-51CD5EF6A72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08B-4CF9-A1D5-899442E598A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08B-4CF9-A1D5-899442E598A9}"/>
              </c:ext>
            </c:extLst>
          </c:dPt>
          <c:dLbls>
            <c:dLbl>
              <c:idx val="0"/>
              <c:layout>
                <c:manualLayout>
                  <c:x val="0.2335938115157479"/>
                  <c:y val="9.1406244377076423E-2"/>
                </c:manualLayout>
              </c:layout>
              <c:spPr>
                <a:solidFill>
                  <a:prstClr val="white"/>
                </a:solidFill>
                <a:ln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10029638287401574"/>
                      <c:h val="9.96905696548616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1D6-404B-8A6D-51CD5EF6A721}"/>
                </c:ext>
              </c:extLst>
            </c:dLbl>
            <c:dLbl>
              <c:idx val="1"/>
              <c:layout>
                <c:manualLayout>
                  <c:x val="-9.1406250000000022E-2"/>
                  <c:y val="-0.12187499250276868"/>
                </c:manualLayout>
              </c:layout>
              <c:spPr>
                <a:solidFill>
                  <a:prstClr val="white"/>
                </a:solidFill>
                <a:ln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8.7142716535433082E-2"/>
                      <c:h val="8.09405708082818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1D6-404B-8A6D-51CD5EF6A721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2"/>
                <c:pt idx="0">
                  <c:v>Rahim</c:v>
                </c:pt>
                <c:pt idx="1">
                  <c:v>Karim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0.75</c:v>
                </c:pt>
                <c:pt idx="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D6-404B-8A6D-51CD5EF6A7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81B2-6F90-4FE5-8EFA-D237AD51D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55AE9-4AD2-4EE9-A605-9079AA70B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4F915-8EE6-4584-8BC6-181A498E1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85817-D72F-4721-88DB-3F0B125FE7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497F4-2CAE-45B1-A16E-0C51C2C60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B8160-2B7A-48FC-A25A-92FD4205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0BB6-B8A1-4608-9B51-AAA9E713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58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75BDC-65EB-475C-B52F-2BB68A0B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FB124-4BE1-4C75-80AE-CB7DB7D9D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E2E10-D3F6-4BB4-BCAF-5E5391468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85817-D72F-4721-88DB-3F0B125FE7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F1873-71B8-4405-9754-9035BBA1C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BA344-F9E2-4E59-BC8D-61EC9914D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0BB6-B8A1-4608-9B51-AAA9E713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0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F62F9-5396-482B-9D7F-177617ABB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92DE7-2524-4D82-80FC-E3EE7A6DE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AAD54-D5EC-4077-988E-2B39CDE8D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85817-D72F-4721-88DB-3F0B125FE7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BEED2-877E-4A6B-BCC0-207419028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04602-0D6B-40E4-B4D6-C5B9DC0EE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0BB6-B8A1-4608-9B51-AAA9E713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6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B1144-25F0-45B7-92EA-CB78AAB9E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D58AC-0DC5-449D-9821-6E6D726BC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7541C-F57C-4830-8EFD-58FA0AD6F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7FA6B-331C-4861-98AE-AEDC3AB7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85817-D72F-4721-88DB-3F0B125FE7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ABFFB-23AF-4B7F-95FA-43325DC05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DA058-30B5-4C30-8BBF-EB76891B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0BB6-B8A1-4608-9B51-AAA9E713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5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4634E-A5B1-4462-9C2B-97A577A69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235E6-91F0-4310-BD76-2F91D7564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1E86B-26A0-4E08-945B-789A62C95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9ABD29-0907-4A63-B215-9E05FC509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B11D89-54AA-492F-821C-AFEFBCFA2B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2C1AC-4394-4384-9610-8724EDF53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85817-D72F-4721-88DB-3F0B125FE7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A6CDF9-8E4A-4448-8C73-1DF6C90E3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3DC40E-444F-447A-9986-D867B16C2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0BB6-B8A1-4608-9B51-AAA9E713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2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214DA-DB22-4598-A146-C452C790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4C210B-15BF-403E-8A59-E8644DD45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85817-D72F-4721-88DB-3F0B125FE7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B245AA-DD28-4ED8-BBFE-62438C09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71FAC-B4F4-4C20-963A-8FF78F21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0BB6-B8A1-4608-9B51-AAA9E713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77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230F8B-96B5-486D-A82D-BC1D4937E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85817-D72F-4721-88DB-3F0B125FE7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AB0FB0-C9B6-4E5A-9755-5277FAE27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E34C1-3BEA-42F4-9F71-E9C1C356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0BB6-B8A1-4608-9B51-AAA9E713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58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97B2-EB0C-4DF6-B671-645217036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F0D32-E432-4EA7-B28B-58EEFA909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E4158-8336-4343-9E82-8A9DE5571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0731D-4B2E-47BF-ACF9-43CB95EB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85817-D72F-4721-88DB-3F0B125FE7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0DF40-7A45-490F-AF63-77A9B7BF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F3DC5-0BAD-424B-8157-6DFC191A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0BB6-B8A1-4608-9B51-AAA9E713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8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CB9F4-C945-40CE-8B74-ABECBB6BD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1961CA-94F7-446E-9773-88E356AE8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E2BF4-7172-4225-94D3-6B1F8FA68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3E82F-EFAB-4832-8B6D-FD2B363BD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85817-D72F-4721-88DB-3F0B125FE7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D9385-B71E-4A37-8BCA-8452CBEB8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DA7F2-F5C2-4AF2-AF00-730867617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0BB6-B8A1-4608-9B51-AAA9E713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91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2D226-11C3-4E0B-8239-E04D1B7BB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35F70-27B9-4EAD-9A3B-7B652B1B2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5CE3E-CE59-4E65-8F00-35B0FDC4A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85817-D72F-4721-88DB-3F0B125FE7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DDA80-026A-4859-B555-60B7684C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565A4-3E17-4DE8-9F44-650FE8C0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0BB6-B8A1-4608-9B51-AAA9E713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4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85D3A6-9113-477C-9DF9-B2962E29B4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F26DA8-9867-4DAE-AF59-D9679F04A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F11AF-8929-47A3-81C2-B12A1A1B1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85817-D72F-4721-88DB-3F0B125FE7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E07BE-52EA-4C91-97E2-F692947C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8A68A-97CF-4524-B2AA-87411CD7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0BB6-B8A1-4608-9B51-AAA9E713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0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A20772-9C67-4357-AE13-E2770BA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26103-66B4-4832-B243-0369ABE08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F1D99-4AA3-42FE-852D-9DC626C02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85817-D72F-4721-88DB-3F0B125FE7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40DA6-4C20-43DB-AD9B-141B20C39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33189-5B41-4070-82DE-894616B75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F0BB6-B8A1-4608-9B51-AAA9E713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7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vingflowers.com/category/industry-news/supply-chain-new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4DCE-F7CE-4120-BDC3-ED74E397FD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Name: Rifat Howladar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1F4A3B-B6B5-4FE8-BEBA-89E59DDDEC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Registration No. : 123456</a:t>
            </a:r>
          </a:p>
        </p:txBody>
      </p:sp>
    </p:spTree>
    <p:extLst>
      <p:ext uri="{BB962C8B-B14F-4D97-AF65-F5344CB8AC3E}">
        <p14:creationId xmlns:p14="http://schemas.microsoft.com/office/powerpoint/2010/main" val="1257520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A624-A989-4413-9260-C7D4005B7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My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98E7E-44D2-463B-899E-7EE1A59FB9A6}"/>
              </a:ext>
            </a:extLst>
          </p:cNvPr>
          <p:cNvSpPr txBox="1"/>
          <p:nvPr/>
        </p:nvSpPr>
        <p:spPr>
          <a:xfrm>
            <a:off x="1053549" y="2375452"/>
            <a:ext cx="408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5BF158-6175-4E37-BE20-A0B916AFA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031433" y="2116875"/>
            <a:ext cx="8671229" cy="456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5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A4B5A-B64B-4B0A-A5BC-B0AAE0E0F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E49714-4E24-4E00-9827-F994B737C23D}"/>
                  </a:ext>
                </a:extLst>
              </p:cNvPr>
              <p:cNvSpPr txBox="1"/>
              <p:nvPr/>
            </p:nvSpPr>
            <p:spPr>
              <a:xfrm>
                <a:off x="3333510" y="1609302"/>
                <a:ext cx="9420828" cy="1272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mr>
                    </m:m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E49714-4E24-4E00-9827-F994B737C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510" y="1609302"/>
                <a:ext cx="9420828" cy="1272015"/>
              </a:xfrm>
              <a:prstGeom prst="rect">
                <a:avLst/>
              </a:prstGeom>
              <a:blipFill>
                <a:blip r:embed="rId2"/>
                <a:stretch>
                  <a:fillRect l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4063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rrow: Down 9">
            <a:extLst>
              <a:ext uri="{FF2B5EF4-FFF2-40B4-BE49-F238E27FC236}">
                <a16:creationId xmlns:a16="http://schemas.microsoft.com/office/drawing/2014/main" id="{F38ABE61-F98D-4FFA-A12B-B30558A126A0}"/>
              </a:ext>
            </a:extLst>
          </p:cNvPr>
          <p:cNvSpPr/>
          <p:nvPr/>
        </p:nvSpPr>
        <p:spPr>
          <a:xfrm rot="18438763">
            <a:off x="2317484" y="3053228"/>
            <a:ext cx="824350" cy="13255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C821B630-A863-43EF-9495-4003F86BCDF6}"/>
              </a:ext>
            </a:extLst>
          </p:cNvPr>
          <p:cNvSpPr/>
          <p:nvPr/>
        </p:nvSpPr>
        <p:spPr>
          <a:xfrm>
            <a:off x="3555194" y="2431821"/>
            <a:ext cx="824350" cy="13255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FFA8A546-357D-40B6-8224-560B31C9883C}"/>
              </a:ext>
            </a:extLst>
          </p:cNvPr>
          <p:cNvSpPr/>
          <p:nvPr/>
        </p:nvSpPr>
        <p:spPr>
          <a:xfrm rot="2899791">
            <a:off x="4712007" y="3260556"/>
            <a:ext cx="957171" cy="1143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279BC-F389-490B-A9A1-5B97D0BA9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257" y="149087"/>
            <a:ext cx="10655461" cy="1325563"/>
          </a:xfrm>
        </p:spPr>
        <p:txBody>
          <a:bodyPr/>
          <a:lstStyle/>
          <a:p>
            <a:r>
              <a:rPr lang="en-US" dirty="0"/>
              <a:t>Infographic: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7186BA7-5CCB-439A-B47A-3FC7B867AC17}"/>
              </a:ext>
            </a:extLst>
          </p:cNvPr>
          <p:cNvSpPr/>
          <p:nvPr/>
        </p:nvSpPr>
        <p:spPr>
          <a:xfrm>
            <a:off x="1212573" y="2574235"/>
            <a:ext cx="1451113" cy="1143000"/>
          </a:xfrm>
          <a:prstGeom prst="round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Knowledge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7BB49C-67F6-4C34-B0E5-106890F60370}"/>
              </a:ext>
            </a:extLst>
          </p:cNvPr>
          <p:cNvSpPr/>
          <p:nvPr/>
        </p:nvSpPr>
        <p:spPr>
          <a:xfrm>
            <a:off x="3316356" y="1431235"/>
            <a:ext cx="1302026" cy="1143000"/>
          </a:xfrm>
          <a:prstGeom prst="round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Skills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288EE1-EBD8-43FD-AD43-6B9FAF85B585}"/>
              </a:ext>
            </a:extLst>
          </p:cNvPr>
          <p:cNvSpPr/>
          <p:nvPr/>
        </p:nvSpPr>
        <p:spPr>
          <a:xfrm>
            <a:off x="5271052" y="2574235"/>
            <a:ext cx="1302026" cy="1143000"/>
          </a:xfrm>
          <a:prstGeom prst="round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Attitude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51B3CF-B313-4E59-BF75-5DF2F4961CCE}"/>
              </a:ext>
            </a:extLst>
          </p:cNvPr>
          <p:cNvSpPr/>
          <p:nvPr/>
        </p:nvSpPr>
        <p:spPr>
          <a:xfrm>
            <a:off x="3008243" y="3856383"/>
            <a:ext cx="1918252" cy="19580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CBT</a:t>
            </a:r>
          </a:p>
        </p:txBody>
      </p:sp>
    </p:spTree>
    <p:extLst>
      <p:ext uri="{BB962C8B-B14F-4D97-AF65-F5344CB8AC3E}">
        <p14:creationId xmlns:p14="http://schemas.microsoft.com/office/powerpoint/2010/main" val="2572063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21E44-C3A3-42A4-BE8A-7CACF123A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 Chart: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C2144ED-D60A-4DB2-8C88-D48D080075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3968128"/>
              </p:ext>
            </p:extLst>
          </p:nvPr>
        </p:nvGraphicFramePr>
        <p:xfrm>
          <a:off x="1435261" y="1319514"/>
          <a:ext cx="7787190" cy="4784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159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43512-26B4-4952-AA6A-B3C8EAB24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Video:</a:t>
            </a:r>
          </a:p>
        </p:txBody>
      </p:sp>
    </p:spTree>
    <p:extLst>
      <p:ext uri="{BB962C8B-B14F-4D97-AF65-F5344CB8AC3E}">
        <p14:creationId xmlns:p14="http://schemas.microsoft.com/office/powerpoint/2010/main" val="1653509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BE67-6908-4815-90B2-8F5A7571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9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48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Name: Rifat Howladar</vt:lpstr>
      <vt:lpstr>Welcome to My presentation</vt:lpstr>
      <vt:lpstr>Equation:</vt:lpstr>
      <vt:lpstr>Infographic:</vt:lpstr>
      <vt:lpstr>Pic Chart:</vt:lpstr>
      <vt:lpstr>Video: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Name: Rifat Howladar</dc:title>
  <dc:creator>Rifat Howladar</dc:creator>
  <cp:lastModifiedBy>Rifat Howladar</cp:lastModifiedBy>
  <cp:revision>2</cp:revision>
  <dcterms:created xsi:type="dcterms:W3CDTF">2026-07-22T15:57:38Z</dcterms:created>
  <dcterms:modified xsi:type="dcterms:W3CDTF">2026-07-22T18:17:47Z</dcterms:modified>
</cp:coreProperties>
</file>